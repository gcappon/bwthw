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95" r:id="rId3"/>
    <p:sldId id="410" r:id="rId4"/>
    <p:sldId id="411" r:id="rId5"/>
    <p:sldId id="374" r:id="rId6"/>
    <p:sldId id="368" r:id="rId7"/>
    <p:sldId id="407" r:id="rId8"/>
    <p:sldId id="366" r:id="rId9"/>
    <p:sldId id="409" r:id="rId10"/>
    <p:sldId id="406" r:id="rId11"/>
    <p:sldId id="408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64" autoAdjust="0"/>
    <p:restoredTop sz="87764"/>
  </p:normalViewPr>
  <p:slideViewPr>
    <p:cSldViewPr snapToGrid="0">
      <p:cViewPr varScale="1">
        <p:scale>
          <a:sx n="108" d="100"/>
          <a:sy n="108" d="100"/>
        </p:scale>
        <p:origin x="6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5/5/25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585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HTTP_status_codesm" TargetMode="External"/><Relationship Id="rId2" Type="http://schemas.openxmlformats.org/officeDocument/2006/relationships/hyperlink" Target="https://impact.dei.unipd.it/bwthw/docs/swagger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cookbook/networking/send-data" TargetMode="External"/><Relationship Id="rId4" Type="http://schemas.openxmlformats.org/officeDocument/2006/relationships/hyperlink" Target="https://docs.flutter.dev/cookbook/networking/fetch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Requesting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Recap: The 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9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 dirty="0">
                <a:latin typeface="Aptos" panose="020B0004020202020204" pitchFamily="34" charset="0"/>
              </a:rPr>
              <a:t>Lesson 10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entire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18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Requesting data: The IMPACT data</a:t>
            </a:r>
          </a:p>
        </p:txBody>
      </p:sp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547479E-F4F3-D481-8110-3735B8B82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" y="3026211"/>
            <a:ext cx="11780262" cy="36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Example: Obtaining step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2D70811A-5CAC-6350-9FA8-6A9C7D940D8D}"/>
              </a:ext>
            </a:extLst>
          </p:cNvPr>
          <p:cNvSpPr txBox="1">
            <a:spLocks/>
          </p:cNvSpPr>
          <p:nvPr/>
        </p:nvSpPr>
        <p:spPr>
          <a:xfrm>
            <a:off x="428172" y="1375848"/>
            <a:ext cx="11127255" cy="930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For example, let’s obtain the steps data </a:t>
            </a:r>
            <a:r>
              <a:rPr lang="en-IT">
                <a:latin typeface="Aptos" panose="020B0004020202020204" pitchFamily="34" charset="0"/>
              </a:rPr>
              <a:t>of 202</a:t>
            </a:r>
            <a:r>
              <a:rPr lang="en-US" dirty="0">
                <a:latin typeface="Aptos" panose="020B0004020202020204" pitchFamily="34" charset="0"/>
              </a:rPr>
              <a:t>5</a:t>
            </a:r>
            <a:r>
              <a:rPr lang="en-IT">
                <a:latin typeface="Aptos" panose="020B0004020202020204" pitchFamily="34" charset="0"/>
              </a:rPr>
              <a:t>, </a:t>
            </a:r>
            <a:r>
              <a:rPr lang="en-IT" dirty="0">
                <a:latin typeface="Aptos" panose="020B0004020202020204" pitchFamily="34" charset="0"/>
              </a:rPr>
              <a:t>May, 4th</a:t>
            </a:r>
          </a:p>
        </p:txBody>
      </p:sp>
      <p:pic>
        <p:nvPicPr>
          <p:cNvPr id="23" name="Graphic 22" descr="Male profile outline">
            <a:extLst>
              <a:ext uri="{FF2B5EF4-FFF2-40B4-BE49-F238E27FC236}">
                <a16:creationId xmlns:a16="http://schemas.microsoft.com/office/drawing/2014/main" id="{E2072228-9FF5-B619-8415-6EF905875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39" y="1841119"/>
            <a:ext cx="1318591" cy="1318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55CFCF-C036-F8AF-443F-623F234E3526}"/>
              </a:ext>
            </a:extLst>
          </p:cNvPr>
          <p:cNvSpPr txBox="1"/>
          <p:nvPr/>
        </p:nvSpPr>
        <p:spPr>
          <a:xfrm>
            <a:off x="236639" y="317844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"Jpefaq6m58"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birth_year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1994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display_name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"Luca"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clinical_center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to_be_deleted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1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false</a:t>
            </a:r>
            <a:endParaRPr lang="en-GB" sz="14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863F87D-C981-084F-7152-28841CEB7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265" y="1870800"/>
            <a:ext cx="5798579" cy="475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9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8148547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</a:t>
            </a:r>
            <a:r>
              <a:rPr lang="en-IT">
                <a:latin typeface="Aptos" panose="020B0004020202020204" pitchFamily="34" charset="0"/>
              </a:rPr>
              <a:t>implement </a:t>
            </a:r>
            <a:r>
              <a:rPr lang="en-US" dirty="0">
                <a:latin typeface="Aptos" panose="020B0004020202020204" pitchFamily="34" charset="0"/>
              </a:rPr>
              <a:t>(a subset of) </a:t>
            </a:r>
            <a:r>
              <a:rPr lang="en-IT">
                <a:latin typeface="Aptos" panose="020B0004020202020204" pitchFamily="34" charset="0"/>
              </a:rPr>
              <a:t>the </a:t>
            </a:r>
            <a:r>
              <a:rPr lang="en-IT" dirty="0">
                <a:latin typeface="Aptos" panose="020B0004020202020204" pitchFamily="34" charset="0"/>
              </a:rPr>
              <a:t>operations required to request the data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lab_10-requesting_data/get_step/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6E4BD-6076-8DB8-6E40-F685DA432418}"/>
              </a:ext>
            </a:extLst>
          </p:cNvPr>
          <p:cNvSpPr/>
          <p:nvPr/>
        </p:nvSpPr>
        <p:spPr>
          <a:xfrm>
            <a:off x="3568719" y="2201286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23E99-817A-B449-7F7A-D0086C595FFA}"/>
              </a:ext>
            </a:extLst>
          </p:cNvPr>
          <p:cNvSpPr/>
          <p:nvPr/>
        </p:nvSpPr>
        <p:spPr>
          <a:xfrm>
            <a:off x="4985684" y="4655159"/>
            <a:ext cx="2024991" cy="112638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487630-8C71-29B1-2238-C0006634230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984221" y="2584599"/>
            <a:ext cx="1013959" cy="2070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2456B-B6D3-E1F7-9BF5-E1D31CC5C614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3456441" y="2584599"/>
            <a:ext cx="1527780" cy="97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CB75B9-5482-999C-049D-E3756839269F}"/>
              </a:ext>
            </a:extLst>
          </p:cNvPr>
          <p:cNvCxnSpPr>
            <a:cxnSpLocks/>
            <a:stCxn id="15" idx="2"/>
            <a:endCxn id="7" idx="1"/>
          </p:cNvCxnSpPr>
          <p:nvPr/>
        </p:nvCxnSpPr>
        <p:spPr>
          <a:xfrm>
            <a:off x="3456441" y="4836646"/>
            <a:ext cx="1529243" cy="381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8871EB-45F3-F6E5-FA1B-E3C17935E040}"/>
              </a:ext>
            </a:extLst>
          </p:cNvPr>
          <p:cNvSpPr txBox="1">
            <a:spLocks/>
          </p:cNvSpPr>
          <p:nvPr/>
        </p:nvSpPr>
        <p:spPr>
          <a:xfrm>
            <a:off x="3653020" y="279838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BD030CE-C8F4-6DBA-2A0A-C34872EB4E7D}"/>
              </a:ext>
            </a:extLst>
          </p:cNvPr>
          <p:cNvSpPr txBox="1">
            <a:spLocks/>
          </p:cNvSpPr>
          <p:nvPr/>
        </p:nvSpPr>
        <p:spPr>
          <a:xfrm>
            <a:off x="5455952" y="2814680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20DEE-4013-2FAF-3E68-8EEAB784297E}"/>
              </a:ext>
            </a:extLst>
          </p:cNvPr>
          <p:cNvSpPr/>
          <p:nvPr/>
        </p:nvSpPr>
        <p:spPr>
          <a:xfrm>
            <a:off x="2479120" y="3563117"/>
            <a:ext cx="1954641" cy="127352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pic>
        <p:nvPicPr>
          <p:cNvPr id="13" name="Picture 12" descr="A screenshot of a phone&#10;&#10;Description automatically generated">
            <a:extLst>
              <a:ext uri="{FF2B5EF4-FFF2-40B4-BE49-F238E27FC236}">
                <a16:creationId xmlns:a16="http://schemas.microsoft.com/office/drawing/2014/main" id="{8180B451-BA15-018F-3208-3014BF5C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574" y="161926"/>
            <a:ext cx="2862244" cy="620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54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Try to integrate the request data flow in your project </a:t>
            </a:r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Requesting data from IMPACT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796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32139"/>
            <a:ext cx="10913119" cy="5334907"/>
          </a:xfrm>
        </p:spPr>
        <p:txBody>
          <a:bodyPr>
            <a:normAutofit/>
          </a:bodyPr>
          <a:lstStyle/>
          <a:p>
            <a:endParaRPr lang="en-IT" dirty="0"/>
          </a:p>
          <a:p>
            <a:r>
              <a:rPr lang="en-IT" dirty="0"/>
              <a:t>IMPACT documentation</a:t>
            </a:r>
          </a:p>
          <a:p>
            <a:pPr lvl="1"/>
            <a:r>
              <a:rPr lang="en-GB" dirty="0">
                <a:hlinkClick r:id="rId2"/>
              </a:rPr>
              <a:t>https://impact.dei.unipd.it/bwthw/docs/swagger/</a:t>
            </a:r>
            <a:r>
              <a:rPr lang="en-IT" dirty="0"/>
              <a:t> </a:t>
            </a:r>
          </a:p>
          <a:p>
            <a:endParaRPr lang="en-IT" dirty="0"/>
          </a:p>
          <a:p>
            <a:r>
              <a:rPr lang="en-IT" dirty="0"/>
              <a:t>HTTP Status Codes</a:t>
            </a:r>
          </a:p>
          <a:p>
            <a:pPr lvl="1"/>
            <a:r>
              <a:rPr lang="en-GB" dirty="0">
                <a:hlinkClick r:id="rId3"/>
              </a:rPr>
              <a:t>https://en.wikipedia.org/wiki/List_of_HTTP_status_codes</a:t>
            </a:r>
            <a:endParaRPr lang="en-IT" dirty="0"/>
          </a:p>
          <a:p>
            <a:pPr marL="457200" lvl="1" indent="0">
              <a:buNone/>
            </a:pPr>
            <a:endParaRPr lang="en-GB" dirty="0"/>
          </a:p>
          <a:p>
            <a:r>
              <a:rPr lang="en-IT" dirty="0"/>
              <a:t>Fetch data from the internet. Cookbook by the Flutter community</a:t>
            </a:r>
          </a:p>
          <a:p>
            <a:pPr lvl="1"/>
            <a:r>
              <a:rPr lang="en-GB" dirty="0">
                <a:hlinkClick r:id="rId4"/>
              </a:rPr>
              <a:t>https://docs.flutter.dev/cookbook/networking/fetch-data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Send data to the internet. Cookbook by the Flutter community</a:t>
            </a:r>
          </a:p>
          <a:p>
            <a:pPr lvl="1"/>
            <a:r>
              <a:rPr lang="en-GB" dirty="0">
                <a:hlinkClick r:id="rId5"/>
              </a:rPr>
              <a:t>https://docs.flutter.dev/cookbook/networking/send-data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20580</TotalTime>
  <Words>392</Words>
  <Application>Microsoft Macintosh PowerPoint</Application>
  <PresentationFormat>Widescreen</PresentationFormat>
  <Paragraphs>96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Menlo</vt:lpstr>
      <vt:lpstr>Times New Roman</vt:lpstr>
      <vt:lpstr>Wingdings</vt:lpstr>
      <vt:lpstr>Tema di Office</vt:lpstr>
      <vt:lpstr>Giacomo Cappon</vt:lpstr>
      <vt:lpstr>Outline</vt:lpstr>
      <vt:lpstr>Recap: The IMPACT backend</vt:lpstr>
      <vt:lpstr>The entire flow in practice</vt:lpstr>
      <vt:lpstr>Outline</vt:lpstr>
      <vt:lpstr>Requesting data: The IMPACT data</vt:lpstr>
      <vt:lpstr>Example: Obtaining step data </vt:lpstr>
      <vt:lpstr>Case of study - Live</vt:lpstr>
      <vt:lpstr>Outline</vt:lpstr>
      <vt:lpstr>Exercise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208</cp:revision>
  <dcterms:created xsi:type="dcterms:W3CDTF">2021-07-19T09:08:13Z</dcterms:created>
  <dcterms:modified xsi:type="dcterms:W3CDTF">2025-05-05T09:07:46Z</dcterms:modified>
</cp:coreProperties>
</file>