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39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4898"/>
  </p:normalViewPr>
  <p:slideViewPr>
    <p:cSldViewPr snapToGrid="0">
      <p:cViewPr varScale="1">
        <p:scale>
          <a:sx n="108" d="100"/>
          <a:sy n="108" d="100"/>
        </p:scale>
        <p:origin x="1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684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679294" cy="1570716"/>
          </a:xfrm>
        </p:spPr>
        <p:txBody>
          <a:bodyPr/>
          <a:lstStyle/>
          <a:p>
            <a:r>
              <a:rPr lang="en-US" dirty="0"/>
              <a:t>Integrating AI Models in Flutter - Part 2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Outline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784D7EA-480E-70DE-FCCD-68E9A7D7BEA3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Recap</a:t>
            </a:r>
          </a:p>
          <a:p>
            <a:pPr marL="0" indent="0" algn="ctr">
              <a:buNone/>
            </a:pPr>
            <a:r>
              <a:rPr lang="en-US" sz="3200" dirty="0"/>
              <a:t>Prepare the app</a:t>
            </a:r>
          </a:p>
          <a:p>
            <a:pPr marL="0" indent="0" algn="ctr">
              <a:buNone/>
            </a:pPr>
            <a:r>
              <a:rPr lang="en-US" sz="3200" dirty="0"/>
              <a:t>Import model</a:t>
            </a:r>
          </a:p>
          <a:p>
            <a:pPr marL="0" indent="0" algn="ctr">
              <a:buNone/>
            </a:pPr>
            <a:r>
              <a:rPr lang="en-US" sz="3200" dirty="0"/>
              <a:t>Run it!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Open discussion on the possibilities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2843</TotalTime>
  <Words>24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Courier New</vt:lpstr>
      <vt:lpstr>Times New Roman</vt:lpstr>
      <vt:lpstr>Wingdings</vt:lpstr>
      <vt:lpstr>Tema di Office</vt:lpstr>
      <vt:lpstr>PowerPoint Presentation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904</cp:revision>
  <cp:lastPrinted>2022-05-08T20:17:57Z</cp:lastPrinted>
  <dcterms:created xsi:type="dcterms:W3CDTF">2021-07-19T09:08:13Z</dcterms:created>
  <dcterms:modified xsi:type="dcterms:W3CDTF">2026-02-19T15:41:53Z</dcterms:modified>
</cp:coreProperties>
</file>