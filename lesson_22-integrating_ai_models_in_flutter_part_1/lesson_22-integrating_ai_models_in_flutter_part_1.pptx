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397" r:id="rId3"/>
    <p:sldId id="39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84874"/>
  </p:normalViewPr>
  <p:slideViewPr>
    <p:cSldViewPr snapToGrid="0">
      <p:cViewPr varScale="1">
        <p:scale>
          <a:sx n="104" d="100"/>
          <a:sy n="104" d="100"/>
        </p:scale>
        <p:origin x="174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7" d="100"/>
          <a:sy n="157" d="100"/>
        </p:scale>
        <p:origin x="6848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679294" cy="1570716"/>
          </a:xfrm>
        </p:spPr>
        <p:txBody>
          <a:bodyPr/>
          <a:lstStyle/>
          <a:p>
            <a:r>
              <a:rPr lang="en-US" dirty="0"/>
              <a:t>Integrating AI Models in Flutter – Part 1</a:t>
            </a:r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4621-967F-326A-3DC6-07577E717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8D0534-75BA-C92E-C364-5C96731F9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 anchor="ctr">
            <a:normAutofit/>
          </a:bodyPr>
          <a:lstStyle/>
          <a:p>
            <a:r>
              <a:rPr lang="en-GB" dirty="0"/>
              <a:t>Outline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19F21CA-BC00-0C2C-DB1F-3D1A5EE7F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85886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31DE2C5B-556E-47B8-A792-024C2FCA4ACC}" type="slidenum">
              <a:rPr lang="en-GB" smtClean="0"/>
              <a:pPr>
                <a:spcAft>
                  <a:spcPts val="600"/>
                </a:spcAft>
              </a:pPr>
              <a:t>2</a:t>
            </a:fld>
            <a:endParaRPr lang="en-GB"/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9784D7EA-480E-70DE-FCCD-68E9A7D7BEA3}"/>
              </a:ext>
            </a:extLst>
          </p:cNvPr>
          <p:cNvSpPr txBox="1">
            <a:spLocks/>
          </p:cNvSpPr>
          <p:nvPr/>
        </p:nvSpPr>
        <p:spPr>
          <a:xfrm>
            <a:off x="428172" y="1797269"/>
            <a:ext cx="10923001" cy="464557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200" dirty="0"/>
              <a:t>Aim</a:t>
            </a:r>
          </a:p>
          <a:p>
            <a:pPr marL="0" indent="0" algn="ctr">
              <a:buNone/>
            </a:pPr>
            <a:r>
              <a:rPr lang="en-US" sz="3200" dirty="0"/>
              <a:t>Background (CGM data)</a:t>
            </a:r>
          </a:p>
          <a:p>
            <a:pPr marL="0" indent="0" algn="ctr">
              <a:buNone/>
            </a:pPr>
            <a:r>
              <a:rPr lang="en-US" sz="3200" dirty="0"/>
              <a:t>The dataset (</a:t>
            </a:r>
            <a:r>
              <a:rPr lang="en-US" sz="3200" dirty="0" err="1"/>
              <a:t>MetaboNet</a:t>
            </a:r>
            <a:r>
              <a:rPr lang="en-US" sz="3200" dirty="0"/>
              <a:t> – </a:t>
            </a:r>
            <a:r>
              <a:rPr lang="en-US" sz="3200" dirty="0" err="1"/>
              <a:t>ReplaceBG</a:t>
            </a:r>
            <a:r>
              <a:rPr lang="en-US" sz="3200" dirty="0"/>
              <a:t>)</a:t>
            </a:r>
          </a:p>
          <a:p>
            <a:pPr marL="0" indent="0" algn="ctr">
              <a:buNone/>
            </a:pPr>
            <a:r>
              <a:rPr lang="en-US" sz="3200" dirty="0"/>
              <a:t>Setting up</a:t>
            </a:r>
          </a:p>
          <a:p>
            <a:pPr marL="0" indent="0" algn="ctr">
              <a:buNone/>
            </a:pPr>
            <a:r>
              <a:rPr lang="en-US" sz="3200" dirty="0"/>
              <a:t>Preparing the data</a:t>
            </a:r>
          </a:p>
          <a:p>
            <a:pPr marL="0" indent="0" algn="ctr">
              <a:buNone/>
            </a:pPr>
            <a:r>
              <a:rPr lang="en-US" sz="3200" dirty="0"/>
              <a:t>Some feature extraction</a:t>
            </a:r>
          </a:p>
          <a:p>
            <a:pPr marL="0" indent="0" algn="ctr">
              <a:buNone/>
            </a:pPr>
            <a:r>
              <a:rPr lang="en-US" sz="3200" dirty="0"/>
              <a:t>ML Model (Simple and explainable)</a:t>
            </a:r>
          </a:p>
          <a:p>
            <a:pPr marL="0" indent="0" algn="ctr">
              <a:buNone/>
            </a:pPr>
            <a:r>
              <a:rPr lang="en-US" sz="3200" dirty="0"/>
              <a:t>Training and testing</a:t>
            </a:r>
          </a:p>
          <a:p>
            <a:pPr marL="0" indent="0" algn="ctr">
              <a:buNone/>
            </a:pPr>
            <a:r>
              <a:rPr lang="en-US" sz="3200" dirty="0"/>
              <a:t>Exporting</a:t>
            </a:r>
          </a:p>
          <a:p>
            <a:pPr marL="0" indent="0" algn="ctr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33053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D409-BABF-A83C-F8CA-08333EDF0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6DEA5F-6717-C7CA-7858-E1F5BD82A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 anchor="ctr">
            <a:normAutofit/>
          </a:bodyPr>
          <a:lstStyle/>
          <a:p>
            <a:r>
              <a:rPr lang="en-GB" dirty="0"/>
              <a:t>Outline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D6C23AD-F6AD-068B-8B01-99581569D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85886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31DE2C5B-556E-47B8-A792-024C2FCA4ACC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6D529C13-8A84-67E3-4804-43081C7AF1EA}"/>
              </a:ext>
            </a:extLst>
          </p:cNvPr>
          <p:cNvSpPr txBox="1">
            <a:spLocks/>
          </p:cNvSpPr>
          <p:nvPr/>
        </p:nvSpPr>
        <p:spPr>
          <a:xfrm>
            <a:off x="428172" y="1797269"/>
            <a:ext cx="10923001" cy="464557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200" dirty="0"/>
              <a:t>Aim</a:t>
            </a:r>
          </a:p>
          <a:p>
            <a:pPr marL="0" indent="0" algn="ctr">
              <a:buNone/>
            </a:pPr>
            <a:r>
              <a:rPr lang="en-US" sz="3200" dirty="0"/>
              <a:t>Background (CGM data)</a:t>
            </a:r>
          </a:p>
          <a:p>
            <a:pPr marL="0" indent="0" algn="ctr">
              <a:buNone/>
            </a:pPr>
            <a:r>
              <a:rPr lang="en-US" sz="3200" dirty="0"/>
              <a:t>The dataset (</a:t>
            </a:r>
            <a:r>
              <a:rPr lang="en-US" sz="3200" dirty="0" err="1"/>
              <a:t>MetaboNet</a:t>
            </a:r>
            <a:r>
              <a:rPr lang="en-US" sz="3200" dirty="0"/>
              <a:t> – </a:t>
            </a:r>
            <a:r>
              <a:rPr lang="en-US" sz="3200" dirty="0" err="1"/>
              <a:t>ReplaceBG</a:t>
            </a:r>
            <a:r>
              <a:rPr lang="en-US" sz="3200" dirty="0"/>
              <a:t>)</a:t>
            </a:r>
          </a:p>
          <a:p>
            <a:pPr marL="0" indent="0" algn="ctr">
              <a:buNone/>
            </a:pPr>
            <a:r>
              <a:rPr lang="en-US" sz="3200" dirty="0"/>
              <a:t>Setting up</a:t>
            </a:r>
          </a:p>
          <a:p>
            <a:pPr marL="0" indent="0" algn="ctr">
              <a:buNone/>
            </a:pPr>
            <a:r>
              <a:rPr lang="en-US" sz="3200" dirty="0"/>
              <a:t>Preparing the data</a:t>
            </a:r>
          </a:p>
          <a:p>
            <a:pPr marL="0" indent="0" algn="ctr">
              <a:buNone/>
            </a:pPr>
            <a:r>
              <a:rPr lang="en-US" sz="3200" dirty="0"/>
              <a:t>Some feature extraction</a:t>
            </a:r>
          </a:p>
          <a:p>
            <a:pPr marL="0" indent="0" algn="ctr">
              <a:buNone/>
            </a:pPr>
            <a:r>
              <a:rPr lang="en-US" sz="3200" dirty="0"/>
              <a:t>ML Model (Simple and explainable)</a:t>
            </a:r>
          </a:p>
          <a:p>
            <a:pPr marL="0" indent="0" algn="ctr">
              <a:buNone/>
            </a:pPr>
            <a:r>
              <a:rPr lang="en-US" sz="3200" dirty="0"/>
              <a:t>Training and testing</a:t>
            </a:r>
          </a:p>
          <a:p>
            <a:pPr marL="0" indent="0" algn="ctr">
              <a:buNone/>
            </a:pPr>
            <a:r>
              <a:rPr lang="en-US" sz="3200" dirty="0"/>
              <a:t>Exporting</a:t>
            </a:r>
          </a:p>
          <a:p>
            <a:pPr marL="0" indent="0" algn="ctr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648254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3786</TotalTime>
  <Words>76</Words>
  <Application>Microsoft Macintosh PowerPoint</Application>
  <PresentationFormat>Widescreen</PresentationFormat>
  <Paragraphs>23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Arial</vt:lpstr>
      <vt:lpstr>Calibri</vt:lpstr>
      <vt:lpstr>Courier New</vt:lpstr>
      <vt:lpstr>Times New Roman</vt:lpstr>
      <vt:lpstr>Wingdings</vt:lpstr>
      <vt:lpstr>Tema di Office</vt:lpstr>
      <vt:lpstr>PowerPoint Presentation</vt:lpstr>
      <vt:lpstr>Outline</vt:lpstr>
      <vt:lpstr>Outline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904</cp:revision>
  <cp:lastPrinted>2022-05-08T20:17:57Z</cp:lastPrinted>
  <dcterms:created xsi:type="dcterms:W3CDTF">2021-07-19T09:08:13Z</dcterms:created>
  <dcterms:modified xsi:type="dcterms:W3CDTF">2026-02-22T08:42:46Z</dcterms:modified>
</cp:coreProperties>
</file>